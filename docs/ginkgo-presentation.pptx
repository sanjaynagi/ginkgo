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3774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ginkgo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1143000" y="3977640"/>
            <a:ext cx="548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workflows for the 21st century.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4846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Python-native</a:t>
            </a:r>
            <a:pPr indent="0" marL="0">
              <a:buNone/>
            </a:pPr>
            <a:r>
              <a:rPr lang="en-US" sz="1600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spc="200" kern="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pPr indent="0" marL="0">
              <a:buNone/>
            </a:pPr>
            <a:r>
              <a:rPr lang="en-US" sz="1600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spc="200" kern="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pPr indent="0" marL="0">
              <a:buNone/>
            </a:pPr>
            <a:r>
              <a:rPr lang="en-US" sz="1600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spc="200" kern="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Agent-ready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Nagi   ·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pipelines outgrow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orchestrators.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3657600" cy="27432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383280"/>
            <a:ext cx="36576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03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DSLs you can't debug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Snakemake and Nextflow invent new languages. You can't import them, you can't type-check them, you can't reason about them like normal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3383280"/>
            <a:ext cx="3657600" cy="27432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3383280"/>
            <a:ext cx="36576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703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is bolted 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4343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hashes, env locks, and input fingerprints live in the user's head — not in the cache key. Reruns silently drift.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3383280"/>
            <a:ext cx="3657600" cy="27432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383280"/>
            <a:ext cx="36576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3703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shape is fixed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4343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DAG is declared, it's frozen. Real science needs branches that depend on intermediate results.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 as plain Python.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else is plumbing.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@task()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is the whole DSL.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 Python functions. Call them. Get back deferred expressions. The runtime resolves the graph at execution time — including branches that don't exist until earlier tasks produce values.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language. No YAML. No make-with-extra-steps.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3657600"/>
            <a:ext cx="4389120" cy="237744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3657600"/>
            <a:ext cx="73152" cy="2377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397764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you can write a Python function, you can ship a Ginkgo pipeline.”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35240" y="54864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 goal #1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workflow is a Python file.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7680960" cy="411480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23160"/>
            <a:ext cx="7223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ginkgo import file, flow, shell, task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@task("shell", env="genomics_tools")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filter_snps(vcf: file, min_maf: float) -&gt; file: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"results/filtered.vcf.gz"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shell(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cmd=f"bcftools view -m2 -M2 -v snps 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f"-i 'MAF&gt;={min_maf}' {vcf} -Oz -o {out}",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output=out,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allele_frequencies(vcf: file, pop: str) -&gt; file: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vcf = filter_snps(vcf="chr22.vcf.gz", min_maf=0.05)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allele_frequencies(vcf=vcf).map(pop=POPULATIONS)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0" y="2377440"/>
            <a:ext cx="36576" cy="10058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@task("shell", env="...")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77072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isolated environment, declared inline.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0" y="3657600"/>
            <a:ext cx="36576" cy="10058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7072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.map(pop=POPULATIONS)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77072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across populations. Cartesian or zip semantics.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4937760"/>
            <a:ext cx="36576" cy="10058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7072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77072" y="5303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Entrypoint. Builds a lazy expression tree, not a live call graph.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DAGs that expand at runtime.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can inspect resolved inputs and return another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ExprList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a nested container of them. The evaluator registers them on the fly and keeps going.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 longer need to know the sample count, the chromosome count, or the chunk count before the run starts. The graph grows as the data answers questions.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66560" y="26517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2651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0" y="26517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2651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2843784"/>
            <a:ext cx="457200" cy="0"/>
          </a:xfrm>
          <a:prstGeom prst="line">
            <a:avLst/>
          </a:prstGeom>
          <a:noFill/>
          <a:ln w="15240">
            <a:solidFill>
              <a:srgbClr val="5A6B5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766560" y="3291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EXPANSION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35661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566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0" y="35661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566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3758184"/>
            <a:ext cx="457200" cy="0"/>
          </a:xfrm>
          <a:prstGeom prst="line">
            <a:avLst/>
          </a:prstGeom>
          <a:noFill/>
          <a:ln w="15240">
            <a:solidFill>
              <a:srgbClr val="5A6B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58400" y="411480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0" y="3758184"/>
            <a:ext cx="457200" cy="548640"/>
          </a:xfrm>
          <a:prstGeom prst="line">
            <a:avLst/>
          </a:prstGeom>
          <a:noFill/>
          <a:ln w="1524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46177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4617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1200" y="3758184"/>
            <a:ext cx="457200" cy="1051560"/>
          </a:xfrm>
          <a:prstGeom prst="line">
            <a:avLst/>
          </a:prstGeom>
          <a:noFill/>
          <a:ln w="1524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58400" y="51206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5120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01200" y="3758184"/>
            <a:ext cx="457200" cy="1554480"/>
          </a:xfrm>
          <a:prstGeom prst="line">
            <a:avLst/>
          </a:prstGeom>
          <a:noFill/>
          <a:ln w="1524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58400" y="562356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AFAF7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5623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0" y="3758184"/>
            <a:ext cx="457200" cy="2057400"/>
          </a:xfrm>
          <a:prstGeom prst="line">
            <a:avLst/>
          </a:prstGeom>
          <a:noFill/>
          <a:ln w="1524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766560" y="6080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grew from 2 nodes →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recompute what hasn't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828800" cy="1005840"/>
          </a:xfrm>
          <a:prstGeom prst="rect">
            <a:avLst/>
          </a:prstGeom>
          <a:solidFill>
            <a:srgbClr val="F5F2E8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3291840"/>
            <a:ext cx="164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0592" y="3291840"/>
            <a:ext cx="1828800" cy="1005840"/>
          </a:xfrm>
          <a:prstGeom prst="rect">
            <a:avLst/>
          </a:prstGeom>
          <a:solidFill>
            <a:srgbClr val="F5F2E8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hash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79392" y="3291840"/>
            <a:ext cx="164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3984" y="3291840"/>
            <a:ext cx="1828800" cy="1005840"/>
          </a:xfrm>
          <a:prstGeom prst="rect">
            <a:avLst/>
          </a:prstGeom>
          <a:solidFill>
            <a:srgbClr val="F5F2E8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hashes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72784" y="3291840"/>
            <a:ext cx="164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37376" y="3291840"/>
            <a:ext cx="1828800" cy="1005840"/>
          </a:xfrm>
          <a:prstGeom prst="rect">
            <a:avLst/>
          </a:prstGeom>
          <a:solidFill>
            <a:srgbClr val="F5F2E8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lock hash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66176" y="3291840"/>
            <a:ext cx="164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30768" y="3291840"/>
            <a:ext cx="1828800" cy="1005840"/>
          </a:xfrm>
          <a:prstGeom prst="rect">
            <a:avLst/>
          </a:prstGeom>
          <a:solidFill>
            <a:srgbClr val="F5F2E8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digest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434840"/>
            <a:ext cx="0" cy="457200"/>
          </a:xfrm>
          <a:prstGeom prst="line">
            <a:avLst/>
          </a:prstGeom>
          <a:noFill/>
          <a:ln w="19050">
            <a:solidFill>
              <a:srgbClr val="5A6B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0" y="5029200"/>
            <a:ext cx="5760720" cy="64008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50292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blake3:  a3f7c2…  →  cache hit / miss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BLAKE3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digests, content-addressed artifact store, atomic writes. Source-change invalidation without a manual </a:t>
            </a:r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version=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bump.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that mean something.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path is a poor return type. Ginkgo wraps task outputs in typed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logical identity, a kind, and metadata, layered over the artifact store.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tasks receive an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AssetRef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bytes. Cache invalidation tracks version IDs, not byte hashes. Lineage edges are recorded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2377440"/>
            <a:ext cx="2743200" cy="10972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377440"/>
            <a:ext cx="54864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DataFrame, Arrow, 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62288" y="2377440"/>
            <a:ext cx="2743200" cy="10972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62288" y="2377440"/>
            <a:ext cx="54864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0888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90888" y="2926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 / zarr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584448"/>
            <a:ext cx="2743200" cy="10972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584448"/>
            <a:ext cx="54864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721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vega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62288" y="3584448"/>
            <a:ext cx="2743200" cy="10972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62288" y="3584448"/>
            <a:ext cx="54864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0888" y="3721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90888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fragments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791456"/>
            <a:ext cx="2743200" cy="10972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791456"/>
            <a:ext cx="54864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9286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53400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estimators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62288" y="4791456"/>
            <a:ext cx="2743200" cy="10972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62288" y="4791456"/>
            <a:ext cx="54864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0888" y="49286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90888" y="53400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table(df, name="allele_frequencies", populations=POPS)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Assets, rendered.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typed asset; the report knows what to do with it.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ginkgo report &lt;run-id&gt;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a self-contained HTML document from </a:t>
            </a:r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manifest.yaml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events.jsonl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server, no network, no framework runtime — just a file you can mail or print.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85216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kind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appears in the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Truncation marker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Sortable preview · first 50 rows · column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“showing N of M rows”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stats — shape, dtype, min / max / mean / 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“raw tensor not inlined”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inlined — PNG / SVG / HTML iframe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4 096 bytes, monospace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 of M bytes shown”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+ recorded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“model weights not inlined”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silently clipped — every cap surfaces as a visible marker.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environment per task.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577840" cy="36576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0"/>
            <a:ext cx="73152" cy="3657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Pixi-backed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env="genomics_tools" on a task. Ginkgo resolves the Pixi project, prepares it once, hashes its lock file into the cache key, and runs the task inside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560320"/>
            <a:ext cx="5577840" cy="36576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560320"/>
            <a:ext cx="73152" cy="3657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Container-backed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3703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container=ghcr.io/.../tool:v1. The image digest joins the cache key. Reproducibility is part of the contract, not a postscript.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inputs without local copies.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 object in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in your task signature.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 picks between staged download and FUSE streaming per input, per task, or by pattern — with graceful fallback. Version-pinned remote inputs skip staging entirely on warm reruns.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2468880"/>
            <a:ext cx="5486400" cy="13716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once, hash, cache. Right for small files, batch jobs, deterministic reruns.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4023360"/>
            <a:ext cx="5486400" cy="137160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STREAMING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4480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gcsfuse / mountpoint-s3 / rclone. Right for huge files where you only read a slice.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Cache-key stable across both modes — switching strategy never invalidates cache.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workflow. Local laptop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a Kubernetes cluster.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1247120" cy="6858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91840"/>
            <a:ext cx="54864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160" y="32918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ProcessPool + subprocesses. Default for development.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11247120" cy="6858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069080"/>
            <a:ext cx="54864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69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40690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GKE, EKS, OKE. Per-task pods with CPU / GPU / memory requests.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1247120" cy="6858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846320"/>
            <a:ext cx="54864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 Batch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4846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batch jobs. Good for bursty, long-running compute.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623560"/>
            <a:ext cx="54864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623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Subworkflows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160" y="56235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child workflow as an opaque subprocess; provenance stitches in.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AI agents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operated by them.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8620" y="2926080"/>
            <a:ext cx="3703320" cy="32004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2926080"/>
            <a:ext cx="370332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31089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ginkgo init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" y="38862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 a workflow project with a skills/ directory of agent-readable instructions: layout, config, commands, workflow patterns, and local conventions.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land in a repo they can navigate without guessing.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" y="5623560"/>
            <a:ext cx="3154680" cy="36576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" y="5623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ginkgo init my-pipeline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29100" y="2926080"/>
            <a:ext cx="3703320" cy="32004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9100" y="2926080"/>
            <a:ext cx="370332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3420" y="31089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0342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Agent-mode I/O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03420" y="38862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 run --agent emits one typed JSON event per line: run + task lifecycle, cache hits/misses, env prep, graph expansion.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stream that drives the human Rich renderer.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03420" y="5623560"/>
            <a:ext cx="3154680" cy="36576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4860" y="5623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ginkgo run --agent | jq 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9580" y="2926080"/>
            <a:ext cx="3703320" cy="32004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9580" y="2926080"/>
            <a:ext cx="370332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3900" y="31089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4390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CLI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3900" y="38862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 inspect workflow — static graph.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 debug --json — failure summaries + log tails.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 cache explain — why this task reran.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 doctor --json — validation report.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43900" y="5623560"/>
            <a:ext cx="3154680" cy="36576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5340" y="5623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ginkgo debug --json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Ginkgo compares.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82880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Ginkgo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Snakemake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Python (no DSL)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DAG 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Content-addressed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Per-task isolated envs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streaming I/O (FUSE)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Agent-mode JSONL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science workflows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are coarse positioning, not benchmark results.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Ginkgo is today.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5577840" cy="36576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51760"/>
            <a:ext cx="73152" cy="3657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DSL with @flow / @task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DAG expansion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caching with BLAKE3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assets (table / array / fig / text / model)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Pixi + container environments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(GKE / EKS / OKE) + GCP Batch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FUSE-mounted cloud inputs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Agent-mode JSONL + structured CLI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 init + agent skills scaffold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run reports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Subworkflows with stitched provenance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486400" cy="3657600"/>
          </a:xfrm>
          <a:prstGeom prst="rect">
            <a:avLst/>
          </a:prstGeom>
          <a:solidFill>
            <a:srgbClr val="1B3A1C"/>
          </a:solidFill>
          <a:ln w="12700">
            <a:solidFill>
              <a:srgbClr val="1B3A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651760"/>
            <a:ext cx="73152" cy="3657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2918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artifact stores + shared cache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agent operability surfaces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notification channels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Cross-run report comparison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benchmark coverage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Ginkgo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0972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actually read.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143000" y="3749040"/>
            <a:ext cx="548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github.com/sanjaynagi/ginkgo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ginkgo run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· Python 3.11+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Ginkgo — scientific workflows for the 21st century</dc:title>
  <dc:subject>PptxGenJS Presentation</dc:subject>
  <dc:creator>Sanjay Nagi</dc:creator>
  <cp:lastModifiedBy>Sanjay Nagi</cp:lastModifiedBy>
  <cp:revision>1</cp:revision>
  <dcterms:created xsi:type="dcterms:W3CDTF">2026-05-19T10:08:22Z</dcterms:created>
  <dcterms:modified xsi:type="dcterms:W3CDTF">2026-05-19T10:08:22Z</dcterms:modified>
</cp:coreProperties>
</file>